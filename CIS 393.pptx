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8"/>
  </p:notesMasterIdLst>
  <p:sldIdLst>
    <p:sldId id="2767" r:id="rId5"/>
    <p:sldId id="257" r:id="rId6"/>
    <p:sldId id="27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5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5/4/2026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5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26233410-150A-4A72-BF63-6D3ACBC30148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91AF1D09-6B76-4716-AD3D-9F53166D3BF5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0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6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2286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2286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2286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72E1B28-DB45-4001-B295-7D7933E04419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9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40" r:id="rId3"/>
    <p:sldLayoutId id="2147483686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38E9-D21E-DE68-38AC-F56AEA15B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rmAutofit/>
          </a:bodyPr>
          <a:lstStyle/>
          <a:p>
            <a:r>
              <a:rPr lang="en-US" dirty="0"/>
              <a:t>CIS 393</a:t>
            </a:r>
            <a:br>
              <a:rPr lang="en-US" dirty="0"/>
            </a:br>
            <a:r>
              <a:rPr lang="en-US" dirty="0"/>
              <a:t>Project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4D864-A6BD-C75F-9B88-BAB58775A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 anchor="t">
            <a:normAutofit/>
          </a:bodyPr>
          <a:lstStyle/>
          <a:p>
            <a:r>
              <a:rPr lang="en-US" dirty="0"/>
              <a:t>Presented by Sam Cisney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B60C5C2-A596-7FEB-7260-D4D75F7F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pPr lvl="0"/>
            <a:fld id="{A2C196D7-201A-4A3A-B9FA-EDBCED2083FF}" type="datetime1">
              <a:rPr lang="en-US" noProof="0" smtClean="0"/>
              <a:t>5/4/2026</a:t>
            </a:fld>
            <a:endParaRPr lang="en-US" noProof="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93C2242-EDFC-CC39-97DF-2DB1D8D58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pPr lvl="0"/>
            <a:r>
              <a:rPr lang="en-US" dirty="0"/>
              <a:t>Cisney</a:t>
            </a:r>
            <a:endParaRPr lang="en-US" noProof="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247F861-42CF-FE05-F8FD-7EBB0D76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/>
          <a:lstStyle/>
          <a:p>
            <a:pPr lvl="0"/>
            <a:fld id="{84C450F2-3BB4-4AE4-8A35-A9D7AEA4C850}" type="slidenum">
              <a:rPr lang="en-US" noProof="0" smtClean="0"/>
              <a:pPr lvl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55C6-1E2E-E4BD-2E9F-B3321C22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04E6-B771-F1FA-85F4-B7984DE55A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1664403"/>
            <a:ext cx="5202936" cy="38587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The purpose of this project is a blog site with a homepage, login page, and Q&amp;A page to submit questions.</a:t>
            </a:r>
            <a:br>
              <a:rPr lang="en-US" dirty="0"/>
            </a:br>
            <a:r>
              <a:rPr lang="en-US" dirty="0"/>
              <a:t>The login page allows a user to search a user page with a username or allow a new user page to be created. (this is all connected to the database).</a:t>
            </a:r>
          </a:p>
          <a:p>
            <a:pPr marL="0" indent="0">
              <a:buNone/>
            </a:pPr>
            <a:r>
              <a:rPr lang="en-US" dirty="0"/>
              <a:t>On the profile page you can delete or update a user.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602D5-209F-C183-95CC-735D34DC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0712A-E8AC-4933-9DE4-16CA7BD51374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8326A-C836-F80E-4EAB-FB475085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DC894-A40D-FD0D-CF41-FEE5AF09B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DAB677-E993-9F44-7E84-1B1EA8011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310" y="1325880"/>
            <a:ext cx="5631257" cy="385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987D7-34E9-CFB7-85B6-CE4E51254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level Diagram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112DDDC-7EA0-6C10-AB1B-DE2C10BC589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18" y="1905334"/>
            <a:ext cx="10431491" cy="431064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AD98E-94E4-7B01-7555-6283F1FD9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5/4/2026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5BC9B-7B4E-4BB1-8B88-ABDF6C3E9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Cisney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F20F9-ACFD-1368-CB88-F1785366F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814620"/>
      </p:ext>
    </p:extLst>
  </p:cSld>
  <p:clrMapOvr>
    <a:masterClrMapping/>
  </p:clrMapOvr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6282DC-5D67-4C19-9A05-C65D9BF7BC7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3667383-B7F3-43FC-8965-135FDDEABCC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135656-72CC-4564-823F-B30D02996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{1E1E549B-5F58-4BE2-A850-E9BE016A7584}05f950ec-c865-457c-93ae-9eb2ef1c603f-TFa19fa653-f273-4169-96ef-448bb1cd1027_win32</Template>
  <TotalTime>673</TotalTime>
  <Words>96</Words>
  <Application>Microsoft Office PowerPoint</Application>
  <PresentationFormat>Widescreen</PresentationFormat>
  <Paragraphs>16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Neue Haas Grotesk Text Pro</vt:lpstr>
      <vt:lpstr>OasisVTI</vt:lpstr>
      <vt:lpstr>CIS 393 Project 2</vt:lpstr>
      <vt:lpstr>Overview</vt:lpstr>
      <vt:lpstr>Top level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Marjory Knapp</dc:creator>
  <cp:lastModifiedBy>Marjory Knapp</cp:lastModifiedBy>
  <cp:revision>4</cp:revision>
  <dcterms:created xsi:type="dcterms:W3CDTF">2026-05-05T04:28:32Z</dcterms:created>
  <dcterms:modified xsi:type="dcterms:W3CDTF">2026-05-05T15:42:26Z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